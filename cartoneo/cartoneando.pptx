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iGxQTG3YGUwel9dgpohtY6zETs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" name="Google Shape;5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h4c3418e7a411c192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h4c3418e7a411c19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38b709ad6bbb2cf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38b709ad6bbb2c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h38b709ad6bbb2cf1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h38b709ad6bbb2cf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h38b709ad6bbb2cf1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h38b709ad6bbb2cf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38b709ad6bbb2cf1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h38b709ad6bbb2cf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38b709ad6bbb2cf1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h38b709ad6bbb2cf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38b709ad6bbb2cf1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h38b709ad6bbb2cf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38b709ad6bbb2cf1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h38b709ad6bbb2cf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4c3418e7a411c192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h4c3418e7a411c19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38b709ad6bbb2cf1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h38b709ad6bbb2cf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4c3418e7a411c19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h4c3418e7a411c192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4c3418e7a411c19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h4c3418e7a411c192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30c3685f7514b623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h30c3685f7514b62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30c3685f7514b623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h30c3685f7514b62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888888"/>
              </a:buClr>
              <a:buSzPts val="48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" name="Google Shape;17;p11"/>
          <p:cNvSpPr txBox="1"/>
          <p:nvPr>
            <p:ph idx="10" type="dt"/>
          </p:nvPr>
        </p:nvSpPr>
        <p:spPr>
          <a:xfrm>
            <a:off x="457200" y="98297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1" type="ftr"/>
          </p:nvPr>
        </p:nvSpPr>
        <p:spPr>
          <a:xfrm>
            <a:off x="7620000" y="9731374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13391228" y="98297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1"/>
          <p:cNvSpPr/>
          <p:nvPr/>
        </p:nvSpPr>
        <p:spPr>
          <a:xfrm>
            <a:off x="0" y="-19050"/>
            <a:ext cx="18288000" cy="10306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4800" y="18267"/>
            <a:ext cx="259080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4400" y="18267"/>
            <a:ext cx="8422372" cy="10524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457200" y="274638"/>
            <a:ext cx="17449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0" type="dt"/>
          </p:nvPr>
        </p:nvSpPr>
        <p:spPr>
          <a:xfrm>
            <a:off x="457200" y="98297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1" type="ftr"/>
          </p:nvPr>
        </p:nvSpPr>
        <p:spPr>
          <a:xfrm>
            <a:off x="7620000" y="9731374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2" type="sldNum"/>
          </p:nvPr>
        </p:nvSpPr>
        <p:spPr>
          <a:xfrm>
            <a:off x="13391228" y="98297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/>
          <p:nvPr>
            <p:ph type="title"/>
          </p:nvPr>
        </p:nvSpPr>
        <p:spPr>
          <a:xfrm>
            <a:off x="457200" y="274638"/>
            <a:ext cx="17449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" type="body"/>
          </p:nvPr>
        </p:nvSpPr>
        <p:spPr>
          <a:xfrm>
            <a:off x="457200" y="1600200"/>
            <a:ext cx="17602200" cy="79057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0" type="dt"/>
          </p:nvPr>
        </p:nvSpPr>
        <p:spPr>
          <a:xfrm>
            <a:off x="457200" y="98297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1" type="ftr"/>
          </p:nvPr>
        </p:nvSpPr>
        <p:spPr>
          <a:xfrm>
            <a:off x="7620000" y="9731374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2" type="sldNum"/>
          </p:nvPr>
        </p:nvSpPr>
        <p:spPr>
          <a:xfrm>
            <a:off x="13391228" y="98297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/>
          <p:nvPr>
            <p:ph type="title"/>
          </p:nvPr>
        </p:nvSpPr>
        <p:spPr>
          <a:xfrm>
            <a:off x="457200" y="274638"/>
            <a:ext cx="17449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" type="body"/>
          </p:nvPr>
        </p:nvSpPr>
        <p:spPr>
          <a:xfrm>
            <a:off x="457200" y="1600200"/>
            <a:ext cx="8382000" cy="78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33400" lvl="0" marL="45720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Char char="•"/>
              <a:defRPr sz="4800"/>
            </a:lvl1pPr>
            <a:lvl2pPr indent="-508000" lvl="1" marL="91440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chemeClr val="lt1"/>
              </a:buClr>
              <a:buSzPts val="4400"/>
              <a:buChar char="–"/>
              <a:defRPr sz="4400"/>
            </a:lvl2pPr>
            <a:lvl3pPr indent="-482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/>
            </a:lvl3pPr>
            <a:lvl4pPr indent="-457200" lvl="3" marL="182880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Char char="–"/>
              <a:defRPr sz="3600"/>
            </a:lvl4pPr>
            <a:lvl5pPr indent="-457200" lvl="4" marL="228600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Char char="»"/>
              <a:defRPr sz="3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2" type="body"/>
          </p:nvPr>
        </p:nvSpPr>
        <p:spPr>
          <a:xfrm>
            <a:off x="9144000" y="1600200"/>
            <a:ext cx="8763000" cy="78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33400" lvl="0" marL="45720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Char char="•"/>
              <a:defRPr sz="4800"/>
            </a:lvl1pPr>
            <a:lvl2pPr indent="-508000" lvl="1" marL="91440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chemeClr val="lt1"/>
              </a:buClr>
              <a:buSzPts val="4400"/>
              <a:buChar char="–"/>
              <a:defRPr sz="4400"/>
            </a:lvl2pPr>
            <a:lvl3pPr indent="-482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/>
            </a:lvl3pPr>
            <a:lvl4pPr indent="-457200" lvl="3" marL="182880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Char char="–"/>
              <a:defRPr sz="3600"/>
            </a:lvl4pPr>
            <a:lvl5pPr indent="-457200" lvl="4" marL="228600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Char char="»"/>
              <a:defRPr sz="3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14"/>
          <p:cNvSpPr txBox="1"/>
          <p:nvPr>
            <p:ph idx="10" type="dt"/>
          </p:nvPr>
        </p:nvSpPr>
        <p:spPr>
          <a:xfrm>
            <a:off x="457200" y="98297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1" type="ftr"/>
          </p:nvPr>
        </p:nvSpPr>
        <p:spPr>
          <a:xfrm>
            <a:off x="7620000" y="9731374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2" type="sldNum"/>
          </p:nvPr>
        </p:nvSpPr>
        <p:spPr>
          <a:xfrm>
            <a:off x="13391228" y="98297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5"/>
          <p:cNvSpPr txBox="1"/>
          <p:nvPr>
            <p:ph idx="10" type="dt"/>
          </p:nvPr>
        </p:nvSpPr>
        <p:spPr>
          <a:xfrm>
            <a:off x="457200" y="98297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7620000" y="9731374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13391228" y="98297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457200" y="274638"/>
            <a:ext cx="17449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" type="body"/>
          </p:nvPr>
        </p:nvSpPr>
        <p:spPr>
          <a:xfrm rot="5400000">
            <a:off x="5305427" y="-3248026"/>
            <a:ext cx="7905747" cy="176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0" type="dt"/>
          </p:nvPr>
        </p:nvSpPr>
        <p:spPr>
          <a:xfrm>
            <a:off x="457200" y="98297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1" type="ftr"/>
          </p:nvPr>
        </p:nvSpPr>
        <p:spPr>
          <a:xfrm>
            <a:off x="7620000" y="9731374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6"/>
          <p:cNvSpPr txBox="1"/>
          <p:nvPr>
            <p:ph idx="12" type="sldNum"/>
          </p:nvPr>
        </p:nvSpPr>
        <p:spPr>
          <a:xfrm>
            <a:off x="13391228" y="98297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6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0"/>
          <p:cNvPicPr preferRelativeResize="0"/>
          <p:nvPr/>
        </p:nvPicPr>
        <p:blipFill rotWithShape="1">
          <a:blip r:embed="rId1">
            <a:alphaModFix/>
          </a:blip>
          <a:srcRect b="44977" l="21459" r="14163" t="0"/>
          <a:stretch/>
        </p:blipFill>
        <p:spPr>
          <a:xfrm>
            <a:off x="0" y="-66675"/>
            <a:ext cx="18288000" cy="104203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0"/>
          <p:cNvSpPr txBox="1"/>
          <p:nvPr>
            <p:ph type="title"/>
          </p:nvPr>
        </p:nvSpPr>
        <p:spPr>
          <a:xfrm>
            <a:off x="457200" y="274638"/>
            <a:ext cx="17449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b="0" i="0" sz="5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" type="body"/>
          </p:nvPr>
        </p:nvSpPr>
        <p:spPr>
          <a:xfrm>
            <a:off x="457200" y="1600200"/>
            <a:ext cx="17602200" cy="79057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33400" lvl="0" marL="45720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Char char="•"/>
              <a:defRPr b="0" i="0" sz="4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08000" lvl="1" marL="91440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Char char="–"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82600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Char char="•"/>
              <a:defRPr b="0" i="0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57200" lvl="3" marL="18288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–"/>
              <a:defRPr b="0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57200" lvl="4" marL="22860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»"/>
              <a:defRPr b="0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7620000" y="9731374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13391228" y="98297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0"/>
          <p:cNvSpPr txBox="1"/>
          <p:nvPr>
            <p:ph idx="10" type="dt"/>
          </p:nvPr>
        </p:nvSpPr>
        <p:spPr>
          <a:xfrm>
            <a:off x="457200" y="98297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2" name="Google Shape;1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82" y="9196583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25801" y="-89532"/>
            <a:ext cx="2362200" cy="295169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robertofocke@protonmail.comf" TargetMode="External"/><Relationship Id="rId4" Type="http://schemas.openxmlformats.org/officeDocument/2006/relationships/hyperlink" Target="http://ni-puta-idea.medium.com" TargetMode="External"/><Relationship Id="rId5" Type="http://schemas.openxmlformats.org/officeDocument/2006/relationships/hyperlink" Target="https://www.linkedin.com/in/roberto-focke-305043332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eb.archive.org/web/*/TARGET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gif"/><Relationship Id="rId4" Type="http://schemas.openxmlformats.org/officeDocument/2006/relationships/hyperlink" Target="http://sora.chatgpt.com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shodan.io/host/IP_TARGET/image?p=PUERTO" TargetMode="External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crt.sh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google.com/search?q=site%3Aapi.urlscan.io%2Fresult+TARGET_NUEVO" TargetMode="External"/><Relationship Id="rId4" Type="http://schemas.openxmlformats.org/officeDocument/2006/relationships/hyperlink" Target="https://web.archive.org/web/*/TARGET_NUEVO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web.archive.org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www.youtube.com/watch?v=bwpUEddc7qs" TargetMode="External"/><Relationship Id="rId4" Type="http://schemas.openxmlformats.org/officeDocument/2006/relationships/image" Target="../media/image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www.youtube.com/watch?v=6Lt6swPoo-w" TargetMode="External"/><Relationship Id="rId4" Type="http://schemas.openxmlformats.org/officeDocument/2006/relationships/image" Target="../media/image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4c3418e7a411c192_0_30"/>
          <p:cNvSpPr txBox="1"/>
          <p:nvPr>
            <p:ph type="title"/>
          </p:nvPr>
        </p:nvSpPr>
        <p:spPr>
          <a:xfrm>
            <a:off x="457200" y="274738"/>
            <a:ext cx="17830800" cy="95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WHOAMI: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Roberto Focke: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mail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robertofocke@protonmail.com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blog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ni-puta-idea.medium.com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linkedin: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https://www.linkedin.com/in/roberto-focke-305043332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/>
          <p:nvPr/>
        </p:nvSpPr>
        <p:spPr>
          <a:xfrm>
            <a:off x="1046600" y="1118450"/>
            <a:ext cx="153162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alibri"/>
              <a:buNone/>
            </a:pPr>
            <a:r>
              <a:rPr b="0" i="0" lang="en-US" sz="7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CARTONEANDO LA RED</a:t>
            </a:r>
            <a:endParaRPr b="0" i="0" sz="72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4572000" y="2928450"/>
            <a:ext cx="71793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45720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b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	ROBERTO FOCKE</a:t>
            </a:r>
            <a:endParaRPr b="0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" name="Google Shape;6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1600" y="4715550"/>
            <a:ext cx="8249349" cy="471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653275" y="1696775"/>
            <a:ext cx="17406000" cy="69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/>
              <a:t>El script automatiza un proceso de enumeración evitando la interacción directa con el target.</a:t>
            </a:r>
            <a:endParaRPr sz="4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</a:pPr>
            <a:r>
              <a:rPr lang="en-US" sz="4000"/>
              <a:t>El mismo camino que realiza el script, utilizando keys de pago e interactuando directamente con el target, es la metodología que típicamente se utiliza para obtener una rápida aproximación al objetivo durante las primeras etapas de un proceso de auditoría blackbox</a:t>
            </a:r>
            <a:endParaRPr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/>
          <p:nvPr>
            <p:ph type="title"/>
          </p:nvPr>
        </p:nvSpPr>
        <p:spPr>
          <a:xfrm>
            <a:off x="457200" y="274638"/>
            <a:ext cx="17449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/>
              <a:t>POR QUÉ HACER ESTO</a:t>
            </a:r>
            <a:endParaRPr/>
          </a:p>
        </p:txBody>
      </p:sp>
      <p:sp>
        <p:nvSpPr>
          <p:cNvPr id="77" name="Google Shape;77;p3"/>
          <p:cNvSpPr txBox="1"/>
          <p:nvPr>
            <p:ph idx="1" type="body"/>
          </p:nvPr>
        </p:nvSpPr>
        <p:spPr>
          <a:xfrm>
            <a:off x="457200" y="2832350"/>
            <a:ext cx="16677600" cy="6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1800"/>
              <a:buNone/>
            </a:pPr>
            <a:r>
              <a:rPr lang="en-US"/>
              <a:t>LA IDEA ES EXPLOTAR AL MÁXIMO LA DIPONIBILIDAD DE RECURSOS (GRATIS) Y ELIMINAR POR COMPLETO LA EXPOSICIÓN DIRECTA QUE IMPLICA UN ATAQUE.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1800"/>
              <a:buNone/>
            </a:pPr>
            <a:r>
              <a:rPr lang="en-US"/>
              <a:t>NO SE EXPLORAN TÉCNICAS NUEVAS, EN RESUMEN EL OBJETIVO ES SUBRAYAR LA ABUNDANTE Y ALARMATE DISPONIBILIDAD DE INFORMACIÓN A LA HORA DE INICIAR UN RECONOCIMIENTO.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38b709ad6bbb2cf1_0_0"/>
          <p:cNvSpPr txBox="1"/>
          <p:nvPr>
            <p:ph type="title"/>
          </p:nvPr>
        </p:nvSpPr>
        <p:spPr>
          <a:xfrm>
            <a:off x="457200" y="274725"/>
            <a:ext cx="17449800" cy="907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3000"/>
              <a:t>OBJETIVO: APROVECHAR</a:t>
            </a:r>
            <a:r>
              <a:rPr lang="en-US" sz="3000"/>
              <a:t> TRUCOS YA CONOCIDOS: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h38b709ad6bbb2cf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7751" y="1727737"/>
            <a:ext cx="9108700" cy="683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38b709ad6bbb2cf1_0_8"/>
          <p:cNvSpPr txBox="1"/>
          <p:nvPr>
            <p:ph type="title"/>
          </p:nvPr>
        </p:nvSpPr>
        <p:spPr>
          <a:xfrm>
            <a:off x="487350" y="1515625"/>
            <a:ext cx="17511900" cy="8081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457200" lvl="0" marL="5029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/>
              <a:t>Movimientos del Script:</a:t>
            </a:r>
            <a:endParaRPr b="1" sz="4500"/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1-REVISAR OBJETIVOS DIRECTAMENTE DESDE LA SIGUIENTE RUTA DE WAYMACHINE:</a:t>
            </a:r>
            <a:br>
              <a:rPr lang="en-US" sz="3000"/>
            </a:br>
            <a:r>
              <a:rPr lang="en-US" sz="3000"/>
              <a:t>							</a:t>
            </a:r>
            <a:r>
              <a:rPr lang="en-US" sz="3000" u="sng">
                <a:solidFill>
                  <a:schemeClr val="hlink"/>
                </a:solidFill>
                <a:hlinkClick r:id="rId3"/>
              </a:rPr>
              <a:t>https://web.archive.org/web/*/TARGET/</a:t>
            </a:r>
            <a:r>
              <a:rPr lang="en-US" sz="3000"/>
              <a:t>*</a:t>
            </a:r>
            <a:endParaRPr sz="3000"/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el motivo es que el buscador que proporciona weybackmachine es por si solo  útil para enumerar usuarios y reconocer cms y demas tecnologias, la utilizacion tools adicionales es innecesaria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h38b709ad6bbb2cf1_0_25" title="userenumeration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6870" y="2192725"/>
            <a:ext cx="14474277" cy="734695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h38b709ad6bbb2cf1_0_25"/>
          <p:cNvSpPr txBox="1"/>
          <p:nvPr/>
        </p:nvSpPr>
        <p:spPr>
          <a:xfrm>
            <a:off x="882625" y="1308700"/>
            <a:ext cx="1513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ejemplo enumerar usuarios en </a:t>
            </a:r>
            <a:r>
              <a:rPr lang="en-US" sz="3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sora.chatgpt.com</a:t>
            </a: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desde waybackmachine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h38b709ad6bbb2cf1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200" y="1942750"/>
            <a:ext cx="14607727" cy="7543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38b709ad6bbb2cf1_0_41"/>
          <p:cNvSpPr txBox="1"/>
          <p:nvPr>
            <p:ph type="title"/>
          </p:nvPr>
        </p:nvSpPr>
        <p:spPr>
          <a:xfrm>
            <a:off x="457200" y="274638"/>
            <a:ext cx="174498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Ejemplo donde volcamos los usuarios expuestos.</a:t>
            </a:r>
            <a:endParaRPr sz="3000"/>
          </a:p>
        </p:txBody>
      </p:sp>
      <p:pic>
        <p:nvPicPr>
          <p:cNvPr id="105" name="Google Shape;105;h38b709ad6bbb2cf1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549536"/>
            <a:ext cx="17449799" cy="8311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38b709ad6bbb2cf1_0_13"/>
          <p:cNvSpPr txBox="1"/>
          <p:nvPr>
            <p:ph type="title"/>
          </p:nvPr>
        </p:nvSpPr>
        <p:spPr>
          <a:xfrm>
            <a:off x="457200" y="703530"/>
            <a:ext cx="17449800" cy="1454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2- REVISAR PUERTOS DESDE SHODAN PARA ELIMINAR SCANEO DIRECTO CONTRA IPs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6667"/>
              <a:buFont typeface="Arial"/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pic>
        <p:nvPicPr>
          <p:cNvPr id="111" name="Google Shape;111;h38b709ad6bbb2cf1_0_13" title="Screenshot from 2026-09-28 20-10-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8750" y="2157925"/>
            <a:ext cx="16475124" cy="6939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38b709ad6bbb2cf1_0_19"/>
          <p:cNvSpPr txBox="1"/>
          <p:nvPr>
            <p:ph type="title"/>
          </p:nvPr>
        </p:nvSpPr>
        <p:spPr>
          <a:xfrm>
            <a:off x="457200" y="274638"/>
            <a:ext cx="174498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3000"/>
              <a:t>3-TAMBIÉN EXTRAER  CAPTURAS DE PANTALLA DESDE</a:t>
            </a:r>
            <a:br>
              <a:rPr lang="en-US" sz="3000"/>
            </a:br>
            <a:r>
              <a:rPr lang="en-US" sz="3000" u="sng">
                <a:solidFill>
                  <a:schemeClr val="hlink"/>
                </a:solidFill>
                <a:hlinkClick r:id="rId3"/>
              </a:rPr>
              <a:t>https://www.shodan.io/host/IP_TARGET/image?p=PUERTO</a:t>
            </a:r>
            <a:endParaRPr sz="3000"/>
          </a:p>
        </p:txBody>
      </p:sp>
      <p:pic>
        <p:nvPicPr>
          <p:cNvPr id="117" name="Google Shape;117;h38b709ad6bbb2cf1_0_19" title="Screenshot from 2026-09-28 20-18-4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4199" y="1417649"/>
            <a:ext cx="15598476" cy="818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4c3418e7a411c192_0_20"/>
          <p:cNvSpPr txBox="1"/>
          <p:nvPr>
            <p:ph type="title"/>
          </p:nvPr>
        </p:nvSpPr>
        <p:spPr>
          <a:xfrm>
            <a:off x="457200" y="561650"/>
            <a:ext cx="15484200" cy="86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3000"/>
              <a:t>4-BUSCAR DESDE GOOGLE REPORTES YA REALIZADOS:</a:t>
            </a:r>
            <a:br>
              <a:rPr lang="en-US" sz="3000"/>
            </a:br>
            <a:r>
              <a:rPr lang="en-US" sz="3000"/>
              <a:t>site:api.urlscan.io/result DOMINIO_TARGET</a:t>
            </a:r>
            <a:br>
              <a:rPr lang="en-US"/>
            </a:b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23" name="Google Shape;123;h4c3418e7a411c192_0_20" title="Peek 2026-09-28 20-24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0150" y="2613125"/>
            <a:ext cx="11016081" cy="595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38b709ad6bbb2cf1_0_30"/>
          <p:cNvSpPr txBox="1"/>
          <p:nvPr>
            <p:ph type="title"/>
          </p:nvPr>
        </p:nvSpPr>
        <p:spPr>
          <a:xfrm>
            <a:off x="457200" y="313350"/>
            <a:ext cx="18288000" cy="8513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5000"/>
            </a:br>
            <a:r>
              <a:rPr b="1" lang="en-US" sz="5000"/>
              <a:t>CATACTERISTAS DEL SCRIPT:</a:t>
            </a:r>
            <a:endParaRPr b="1" sz="5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MODO DE APROXIMACIÓN AL OBJETIVO: LOWCOST - GUERRILLA.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TODAS ESTAS CONSULTAS (SHODAN, WAYBACKMACHINE Y GOOGLE) LAS HACE SIIN ESTAR REGISTRADO.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457200" lvl="0" marL="5943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/>
              <a:t>QUE OBTENEMOS DE CADA SERVICIO:</a:t>
            </a:r>
            <a:endParaRPr b="1"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DE SHODAN OBTENEMOS PUERTOS Y CAPTURAS DE ALGUNOS SERVICIOS EXPUESTOS.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DE GOOGLE REPORTES INDEXADOS DONDE SE DETALLAN RUTAS Y VERSIONES SSL.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DE WAYBACKMACHINE OBTENEMOS ARCHIVOS DE VERSIONES, TIPO DE TECNOLOGIA Y QUIZA HASTA UNA </a:t>
            </a:r>
            <a:r>
              <a:rPr lang="en-US" sz="3000"/>
              <a:t>ENUMERACIÓN</a:t>
            </a:r>
            <a:r>
              <a:rPr lang="en-US" sz="3000"/>
              <a:t> DE USUARIOS.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NO USAMOS </a:t>
            </a:r>
            <a:r>
              <a:rPr lang="en-US" sz="3000"/>
              <a:t>SCANNERS</a:t>
            </a:r>
            <a:r>
              <a:rPr lang="en-US" sz="3000"/>
              <a:t> DE PUERTOS, NO BRUTEFORCEAMOS DIRECTORIOS, TAMPOCO CONSULTAMOS DIRECTAMENTE VERSIONES DE ENCRIPTADO QUE UTILIZA CADA PUERTO, NINGUNA DE ESAS TECNICAS , PERO SI LOS RESULTADOS DE ELLAS.</a:t>
            </a:r>
            <a:endParaRPr sz="3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4c3418e7a411c192_0_2"/>
          <p:cNvSpPr txBox="1"/>
          <p:nvPr>
            <p:ph type="title"/>
          </p:nvPr>
        </p:nvSpPr>
        <p:spPr>
          <a:xfrm>
            <a:off x="457200" y="274638"/>
            <a:ext cx="17449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/>
              <a:t>CÓMO INCIA EL SCRIPT: POR DOS POSIBLES SEED</a:t>
            </a:r>
            <a:endParaRPr/>
          </a:p>
        </p:txBody>
      </p:sp>
      <p:sp>
        <p:nvSpPr>
          <p:cNvPr id="134" name="Google Shape;134;h4c3418e7a411c192_0_2"/>
          <p:cNvSpPr txBox="1"/>
          <p:nvPr>
            <p:ph idx="1" type="body"/>
          </p:nvPr>
        </p:nvSpPr>
        <p:spPr>
          <a:xfrm>
            <a:off x="457200" y="1600200"/>
            <a:ext cx="8382000" cy="78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CUANDO TENGO EL RANGO DE IPs: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Char char="•"/>
            </a:pPr>
            <a:r>
              <a:rPr lang="en-US"/>
              <a:t>CONSULTA POR IP A SHODAN Y RECORRE LA WEB PARA EXTRAER PUERTOS (SERVICIOS), TAMBIÉN EXTRAER CAPTURAS DE PANTALLA DE SERVICIOS EXPUESTOS.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Char char="•"/>
            </a:pPr>
            <a:r>
              <a:rPr lang="en-US"/>
              <a:t>LA CONEXIÓN CON SHODAN LA HACE CON PAUSAS RANDOM (SLEEP)  Y USER AGENT  TAMBIÉN RANDOM.</a:t>
            </a:r>
            <a:endParaRPr/>
          </a:p>
        </p:txBody>
      </p:sp>
      <p:sp>
        <p:nvSpPr>
          <p:cNvPr id="135" name="Google Shape;135;h4c3418e7a411c192_0_2"/>
          <p:cNvSpPr txBox="1"/>
          <p:nvPr>
            <p:ph idx="2" type="body"/>
          </p:nvPr>
        </p:nvSpPr>
        <p:spPr>
          <a:xfrm>
            <a:off x="9144000" y="1600200"/>
            <a:ext cx="8763000" cy="78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CUANDO TENGO UN NOMBRE DE DOMINIO: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Char char="•"/>
            </a:pPr>
            <a:r>
              <a:rPr lang="en-US"/>
              <a:t>	USA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crt.sh</a:t>
            </a:r>
            <a:r>
              <a:rPr lang="en-US"/>
              <a:t> PARA EXTRAER TODOS LOS SUBDOMINIOS, TAMBIÉN RESUELVE IPs, CONSULTA A SHODAN POR IPs Y EXTRAE PUERTOS Y CAPTURAS DE PANTALLA DE SERVICIOS EXPUESTOS.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h4c3418e7a411c192_0_8"/>
          <p:cNvSpPr txBox="1"/>
          <p:nvPr>
            <p:ph idx="1" type="body"/>
          </p:nvPr>
        </p:nvSpPr>
        <p:spPr>
          <a:xfrm>
            <a:off x="593225" y="1065275"/>
            <a:ext cx="15677400" cy="78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-US"/>
              <a:t>PARA AMBOS CAMINOS, POR CADA TARGET NUEVO SE CONSTRUYE LOS SIGUIENTES LINKS QUE, POSTERIORMENTE, REVISO MANUALMENTE:</a:t>
            </a:r>
            <a:br>
              <a:rPr lang="en-US"/>
            </a:br>
            <a:br>
              <a:rPr lang="en-US"/>
            </a:br>
            <a:r>
              <a:rPr lang="en-US" u="sng">
                <a:solidFill>
                  <a:schemeClr val="hlink"/>
                </a:solidFill>
                <a:hlinkClick r:id="rId3"/>
              </a:rPr>
              <a:t>https://www.google.com/search?q=site%3Aapi.urlscan.io%2Fresult+TARGET_NUEVO</a:t>
            </a:r>
            <a:r>
              <a:rPr lang="en-US"/>
              <a:t> (para listar reportes de scanneos ya disponibles en internet)</a:t>
            </a:r>
            <a:br>
              <a:rPr lang="en-US"/>
            </a:br>
            <a:br>
              <a:rPr lang="en-US"/>
            </a:br>
            <a:r>
              <a:rPr lang="en-US" u="sng">
                <a:solidFill>
                  <a:schemeClr val="hlink"/>
                </a:solidFill>
                <a:hlinkClick r:id="rId4"/>
              </a:rPr>
              <a:t>https://web.archive.org/web/*/TARGET_NUEVO/</a:t>
            </a:r>
            <a:r>
              <a:rPr lang="en-US"/>
              <a:t>* (para conocer que CMS usa, por ejemplo, miro archivos típicos: wp-admin si fuera wordpress, o  language/en-GB/en-GB.xml  si fuera joomla, o CHANGELOG.Txt en caso DRUPAL, además busco tipo de tecnología: asp,jsp,do,php,apsx, etc y archivos expuestos previamente)</a:t>
            </a:r>
            <a:br>
              <a:rPr lang="en-US"/>
            </a:b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/>
          <p:nvPr>
            <p:ph idx="1" type="body"/>
          </p:nvPr>
        </p:nvSpPr>
        <p:spPr>
          <a:xfrm>
            <a:off x="457200" y="1600200"/>
            <a:ext cx="16677600" cy="78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6"/>
              <a:buFont typeface="Arial"/>
              <a:buNone/>
            </a:pPr>
            <a:r>
              <a:rPr lang="en-US"/>
              <a:t>VENTAJAS ACTUALES DEL SCRIPT:</a:t>
            </a:r>
            <a:br>
              <a:rPr lang="en-US"/>
            </a:br>
            <a:r>
              <a:rPr lang="en-US"/>
              <a:t>	ELIMINACIÓN DE RUIDO DURANTE LA AUDITORIA.</a:t>
            </a:r>
            <a:endParaRPr/>
          </a:p>
          <a:p>
            <a:pPr indent="1143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lang="en-US"/>
              <a:t>APROVECHAR EL TRABAJO YA DISPONIBLE.</a:t>
            </a:r>
            <a:endParaRPr/>
          </a:p>
          <a:p>
            <a:pPr indent="1143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6"/>
              <a:buFont typeface="Arial"/>
              <a:buNone/>
            </a:pPr>
            <a:r>
              <a:rPr lang="en-US"/>
              <a:t>DESVENTAJAS: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lang="en-US"/>
              <a:t>    ALTO NÚMERO DE FALSOS POSITIVOS.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6"/>
              <a:buFont typeface="Arial"/>
              <a:buNone/>
            </a:pPr>
            <a:r>
              <a:rPr lang="en-US"/>
              <a:t>Y EL TIEMPO MAYOR QUE IMPLICA EL PASO EXTRA A LA HORA DE REVISAR ESOS POSIBLES  FALSOS POSITIVOS DE PUERTOS Y ARCHIVOS.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lang="en-US"/>
              <a:t>IDEAS QUE PODRÍAN MEJORAR EL SCRIPT:</a:t>
            </a:r>
            <a:endParaRPr/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lang="en-US"/>
              <a:t>APLICAR UNA BÚSQUEDA AUTOMATIZADA Y DIRECTA CONTRA EL JSON QUE NOS TRAE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web.archive.org</a:t>
            </a:r>
            <a:r>
              <a:rPr lang="en-US"/>
              <a:t>  Y EVITAR REVISAR MANUALMENTE. </a:t>
            </a:r>
            <a:endParaRPr/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t/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h30c3685f7514b623_0_13" title="test_domini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6600" y="1700225"/>
            <a:ext cx="12478325" cy="70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5" title="test_untarge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0925" y="900324"/>
            <a:ext cx="14320075" cy="805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30c3685f7514b623_0_8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61" name="Google Shape;161;h30c3685f7514b623_0_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4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Javier Antunez</dc:creator>
</cp:coreProperties>
</file>